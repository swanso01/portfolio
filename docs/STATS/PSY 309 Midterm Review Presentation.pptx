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1"/>
  </p:notesMasterIdLst>
  <p:sldIdLst>
    <p:sldId id="256" r:id="rId5"/>
    <p:sldId id="270" r:id="rId6"/>
    <p:sldId id="257" r:id="rId7"/>
    <p:sldId id="271" r:id="rId8"/>
    <p:sldId id="272" r:id="rId9"/>
    <p:sldId id="259" r:id="rId10"/>
    <p:sldId id="260" r:id="rId11"/>
    <p:sldId id="261" r:id="rId12"/>
    <p:sldId id="273" r:id="rId13"/>
    <p:sldId id="262" r:id="rId14"/>
    <p:sldId id="263" r:id="rId15"/>
    <p:sldId id="264" r:id="rId16"/>
    <p:sldId id="265" r:id="rId17"/>
    <p:sldId id="266" r:id="rId18"/>
    <p:sldId id="268" r:id="rId19"/>
    <p:sldId id="267" r:id="rId20"/>
  </p:sldIdLst>
  <p:sldSz cx="12192000" cy="6858000"/>
  <p:notesSz cx="6858000" cy="9144000"/>
  <p:embeddedFontLst>
    <p:embeddedFont>
      <p:font typeface="Urbanist" panose="020B0604020202020204" charset="0"/>
      <p:regular r:id="rId22"/>
      <p:bold r:id="rId23"/>
      <p:italic r:id="rId24"/>
      <p:boldItalic r:id="rId25"/>
    </p:embeddedFont>
    <p:embeddedFont>
      <p:font typeface="Urbanist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3C26A-E872-22EA-032B-B21D936BEA59}" v="513" dt="2026-02-20T16:22:49.758"/>
    <p1510:client id="{5087B3ED-109D-D0DE-6C90-0B9207B12303}" v="15" dt="2026-02-19T13:13:35.199"/>
  </p1510:revLst>
</p1510:revInfo>
</file>

<file path=ppt/tableStyles.xml><?xml version="1.0" encoding="utf-8"?>
<a:tblStyleLst xmlns:a="http://schemas.openxmlformats.org/drawingml/2006/main" def="{3AC6BE7C-E317-45FA-AF58-C03B2889AB83}">
  <a:tblStyle styleId="{3AC6BE7C-E317-45FA-AF58-C03B2889AB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32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Swanson27" userId="S::joshua.swanson27@houghton.edu::1abb5ed9-ad88-4f73-a2db-f48bfeefaaed" providerId="AD" clId="Web-{5087B3ED-109D-D0DE-6C90-0B9207B12303}"/>
    <pc:docChg chg="addSld modSld">
      <pc:chgData name="Joshua Swanson27" userId="S::joshua.swanson27@houghton.edu::1abb5ed9-ad88-4f73-a2db-f48bfeefaaed" providerId="AD" clId="Web-{5087B3ED-109D-D0DE-6C90-0B9207B12303}" dt="2026-02-19T13:13:35.199" v="14"/>
      <pc:docMkLst>
        <pc:docMk/>
      </pc:docMkLst>
      <pc:sldChg chg="addSp delSp modSp">
        <pc:chgData name="Joshua Swanson27" userId="S::joshua.swanson27@houghton.edu::1abb5ed9-ad88-4f73-a2db-f48bfeefaaed" providerId="AD" clId="Web-{5087B3ED-109D-D0DE-6C90-0B9207B12303}" dt="2026-02-19T13:13:23.308" v="3"/>
        <pc:sldMkLst>
          <pc:docMk/>
          <pc:sldMk cId="0" sldId="266"/>
        </pc:sldMkLst>
        <pc:spChg chg="add del mod">
          <ac:chgData name="Joshua Swanson27" userId="S::joshua.swanson27@houghton.edu::1abb5ed9-ad88-4f73-a2db-f48bfeefaaed" providerId="AD" clId="Web-{5087B3ED-109D-D0DE-6C90-0B9207B12303}" dt="2026-02-19T13:13:23.308" v="3"/>
          <ac:spMkLst>
            <pc:docMk/>
            <pc:sldMk cId="0" sldId="266"/>
            <ac:spMk id="2" creationId="{A66120F6-AC77-FE3F-6662-87B7E3C8E1B7}"/>
          </ac:spMkLst>
        </pc:spChg>
      </pc:sldChg>
      <pc:sldChg chg="delSp add replId">
        <pc:chgData name="Joshua Swanson27" userId="S::joshua.swanson27@houghton.edu::1abb5ed9-ad88-4f73-a2db-f48bfeefaaed" providerId="AD" clId="Web-{5087B3ED-109D-D0DE-6C90-0B9207B12303}" dt="2026-02-19T13:13:35.199" v="14"/>
        <pc:sldMkLst>
          <pc:docMk/>
          <pc:sldMk cId="4146853535" sldId="268"/>
        </pc:sldMkLst>
        <pc:spChg chg="del">
          <ac:chgData name="Joshua Swanson27" userId="S::joshua.swanson27@houghton.edu::1abb5ed9-ad88-4f73-a2db-f48bfeefaaed" providerId="AD" clId="Web-{5087B3ED-109D-D0DE-6C90-0B9207B12303}" dt="2026-02-19T13:13:35.199" v="11"/>
          <ac:spMkLst>
            <pc:docMk/>
            <pc:sldMk cId="4146853535" sldId="268"/>
            <ac:spMk id="264" creationId="{2D9C4580-1D98-B8C7-2E6D-0F990FCE8394}"/>
          </ac:spMkLst>
        </pc:spChg>
        <pc:spChg chg="del">
          <ac:chgData name="Joshua Swanson27" userId="S::joshua.swanson27@houghton.edu::1abb5ed9-ad88-4f73-a2db-f48bfeefaaed" providerId="AD" clId="Web-{5087B3ED-109D-D0DE-6C90-0B9207B12303}" dt="2026-02-19T13:13:35.199" v="10"/>
          <ac:spMkLst>
            <pc:docMk/>
            <pc:sldMk cId="4146853535" sldId="268"/>
            <ac:spMk id="265" creationId="{37C5E4A5-B9A0-F92D-F14A-4892E36D1CEF}"/>
          </ac:spMkLst>
        </pc:spChg>
        <pc:spChg chg="del">
          <ac:chgData name="Joshua Swanson27" userId="S::joshua.swanson27@houghton.edu::1abb5ed9-ad88-4f73-a2db-f48bfeefaaed" providerId="AD" clId="Web-{5087B3ED-109D-D0DE-6C90-0B9207B12303}" dt="2026-02-19T13:13:35.199" v="9"/>
          <ac:spMkLst>
            <pc:docMk/>
            <pc:sldMk cId="4146853535" sldId="268"/>
            <ac:spMk id="266" creationId="{990B5D31-FAB1-4387-2B6E-D0AB0661AE9B}"/>
          </ac:spMkLst>
        </pc:spChg>
        <pc:spChg chg="del">
          <ac:chgData name="Joshua Swanson27" userId="S::joshua.swanson27@houghton.edu::1abb5ed9-ad88-4f73-a2db-f48bfeefaaed" providerId="AD" clId="Web-{5087B3ED-109D-D0DE-6C90-0B9207B12303}" dt="2026-02-19T13:13:35.199" v="8"/>
          <ac:spMkLst>
            <pc:docMk/>
            <pc:sldMk cId="4146853535" sldId="268"/>
            <ac:spMk id="267" creationId="{96E0E033-27D9-6339-6D5A-7743FA5DAC1A}"/>
          </ac:spMkLst>
        </pc:spChg>
        <pc:spChg chg="del">
          <ac:chgData name="Joshua Swanson27" userId="S::joshua.swanson27@houghton.edu::1abb5ed9-ad88-4f73-a2db-f48bfeefaaed" providerId="AD" clId="Web-{5087B3ED-109D-D0DE-6C90-0B9207B12303}" dt="2026-02-19T13:13:35.199" v="7"/>
          <ac:spMkLst>
            <pc:docMk/>
            <pc:sldMk cId="4146853535" sldId="268"/>
            <ac:spMk id="268" creationId="{6CDCDB1D-1EFC-344C-E1C2-0E9BF4EB9FB6}"/>
          </ac:spMkLst>
        </pc:spChg>
        <pc:spChg chg="del">
          <ac:chgData name="Joshua Swanson27" userId="S::joshua.swanson27@houghton.edu::1abb5ed9-ad88-4f73-a2db-f48bfeefaaed" providerId="AD" clId="Web-{5087B3ED-109D-D0DE-6C90-0B9207B12303}" dt="2026-02-19T13:13:35.199" v="6"/>
          <ac:spMkLst>
            <pc:docMk/>
            <pc:sldMk cId="4146853535" sldId="268"/>
            <ac:spMk id="269" creationId="{5A51E9B2-EE6C-6EC9-8F3D-750AD762055D}"/>
          </ac:spMkLst>
        </pc:spChg>
        <pc:spChg chg="del">
          <ac:chgData name="Joshua Swanson27" userId="S::joshua.swanson27@houghton.edu::1abb5ed9-ad88-4f73-a2db-f48bfeefaaed" providerId="AD" clId="Web-{5087B3ED-109D-D0DE-6C90-0B9207B12303}" dt="2026-02-19T13:13:35.199" v="5"/>
          <ac:spMkLst>
            <pc:docMk/>
            <pc:sldMk cId="4146853535" sldId="268"/>
            <ac:spMk id="270" creationId="{87DC3F34-7E0F-1A3F-A73F-AC9178CC7BF7}"/>
          </ac:spMkLst>
        </pc:spChg>
        <pc:picChg chg="del">
          <ac:chgData name="Joshua Swanson27" userId="S::joshua.swanson27@houghton.edu::1abb5ed9-ad88-4f73-a2db-f48bfeefaaed" providerId="AD" clId="Web-{5087B3ED-109D-D0DE-6C90-0B9207B12303}" dt="2026-02-19T13:13:35.199" v="14"/>
          <ac:picMkLst>
            <pc:docMk/>
            <pc:sldMk cId="4146853535" sldId="268"/>
            <ac:picMk id="261" creationId="{14696BA6-EEF1-3521-B4DE-413E9FCD39CC}"/>
          </ac:picMkLst>
        </pc:picChg>
        <pc:picChg chg="del">
          <ac:chgData name="Joshua Swanson27" userId="S::joshua.swanson27@houghton.edu::1abb5ed9-ad88-4f73-a2db-f48bfeefaaed" providerId="AD" clId="Web-{5087B3ED-109D-D0DE-6C90-0B9207B12303}" dt="2026-02-19T13:13:35.199" v="13"/>
          <ac:picMkLst>
            <pc:docMk/>
            <pc:sldMk cId="4146853535" sldId="268"/>
            <ac:picMk id="262" creationId="{F53853BD-F68A-0810-6D9F-D78F3F58681E}"/>
          </ac:picMkLst>
        </pc:picChg>
        <pc:picChg chg="del">
          <ac:chgData name="Joshua Swanson27" userId="S::joshua.swanson27@houghton.edu::1abb5ed9-ad88-4f73-a2db-f48bfeefaaed" providerId="AD" clId="Web-{5087B3ED-109D-D0DE-6C90-0B9207B12303}" dt="2026-02-19T13:13:35.199" v="12"/>
          <ac:picMkLst>
            <pc:docMk/>
            <pc:sldMk cId="4146853535" sldId="268"/>
            <ac:picMk id="263" creationId="{EBF353A5-CC99-FD6B-ABD9-6266609580C1}"/>
          </ac:picMkLst>
        </pc:picChg>
      </pc:sldChg>
    </pc:docChg>
  </pc:docChgLst>
  <pc:docChgLst>
    <pc:chgData name="Joshua Swanson27" userId="S::joshua.swanson27@houghton.edu::1abb5ed9-ad88-4f73-a2db-f48bfeefaaed" providerId="AD" clId="Web-{29D3C26A-E872-22EA-032B-B21D936BEA59}"/>
    <pc:docChg chg="addSld delSld modSld">
      <pc:chgData name="Joshua Swanson27" userId="S::joshua.swanson27@houghton.edu::1abb5ed9-ad88-4f73-a2db-f48bfeefaaed" providerId="AD" clId="Web-{29D3C26A-E872-22EA-032B-B21D936BEA59}" dt="2026-02-20T16:22:49.758" v="355" actId="1076"/>
      <pc:docMkLst>
        <pc:docMk/>
      </pc:docMkLst>
      <pc:sldChg chg="addSp delSp modSp del">
        <pc:chgData name="Joshua Swanson27" userId="S::joshua.swanson27@houghton.edu::1abb5ed9-ad88-4f73-a2db-f48bfeefaaed" providerId="AD" clId="Web-{29D3C26A-E872-22EA-032B-B21D936BEA59}" dt="2026-02-20T00:32:53.309" v="257"/>
        <pc:sldMkLst>
          <pc:docMk/>
          <pc:sldMk cId="0" sldId="258"/>
        </pc:sldMkLst>
        <pc:spChg chg="mod">
          <ac:chgData name="Joshua Swanson27" userId="S::joshua.swanson27@houghton.edu::1abb5ed9-ad88-4f73-a2db-f48bfeefaaed" providerId="AD" clId="Web-{29D3C26A-E872-22EA-032B-B21D936BEA59}" dt="2026-02-20T00:23:28.906" v="100" actId="20577"/>
          <ac:spMkLst>
            <pc:docMk/>
            <pc:sldMk cId="0" sldId="258"/>
            <ac:spMk id="108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23:28.593" v="98" actId="20577"/>
          <ac:spMkLst>
            <pc:docMk/>
            <pc:sldMk cId="0" sldId="258"/>
            <ac:spMk id="109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23:28.515" v="96" actId="20577"/>
          <ac:spMkLst>
            <pc:docMk/>
            <pc:sldMk cId="0" sldId="258"/>
            <ac:spMk id="110" creationId="{00000000-0000-0000-0000-000000000000}"/>
          </ac:spMkLst>
        </pc:spChg>
        <pc:spChg chg="del mod">
          <ac:chgData name="Joshua Swanson27" userId="S::joshua.swanson27@houghton.edu::1abb5ed9-ad88-4f73-a2db-f48bfeefaaed" providerId="AD" clId="Web-{29D3C26A-E872-22EA-032B-B21D936BEA59}" dt="2026-02-20T00:21:02.420" v="72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21:32.842" v="78" actId="20577"/>
          <ac:spMkLst>
            <pc:docMk/>
            <pc:sldMk cId="0" sldId="258"/>
            <ac:spMk id="112" creationId="{00000000-0000-0000-0000-000000000000}"/>
          </ac:spMkLst>
        </pc:spChg>
        <pc:spChg chg="del mod">
          <ac:chgData name="Joshua Swanson27" userId="S::joshua.swanson27@houghton.edu::1abb5ed9-ad88-4f73-a2db-f48bfeefaaed" providerId="AD" clId="Web-{29D3C26A-E872-22EA-032B-B21D936BEA59}" dt="2026-02-20T00:21:30.592" v="77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20:48.232" v="69" actId="1076"/>
          <ac:spMkLst>
            <pc:docMk/>
            <pc:sldMk cId="0" sldId="258"/>
            <ac:spMk id="114" creationId="{00000000-0000-0000-0000-000000000000}"/>
          </ac:spMkLst>
        </pc:spChg>
        <pc:spChg chg="del mod">
          <ac:chgData name="Joshua Swanson27" userId="S::joshua.swanson27@houghton.edu::1abb5ed9-ad88-4f73-a2db-f48bfeefaaed" providerId="AD" clId="Web-{29D3C26A-E872-22EA-032B-B21D936BEA59}" dt="2026-02-20T00:21:43.436" v="85"/>
          <ac:spMkLst>
            <pc:docMk/>
            <pc:sldMk cId="0" sldId="258"/>
            <ac:spMk id="115" creationId="{00000000-0000-0000-0000-000000000000}"/>
          </ac:spMkLst>
        </pc:spChg>
        <pc:spChg chg="del mod">
          <ac:chgData name="Joshua Swanson27" userId="S::joshua.swanson27@houghton.edu::1abb5ed9-ad88-4f73-a2db-f48bfeefaaed" providerId="AD" clId="Web-{29D3C26A-E872-22EA-032B-B21D936BEA59}" dt="2026-02-20T00:21:41.155" v="82"/>
          <ac:spMkLst>
            <pc:docMk/>
            <pc:sldMk cId="0" sldId="258"/>
            <ac:spMk id="116" creationId="{00000000-0000-0000-0000-000000000000}"/>
          </ac:spMkLst>
        </pc:spChg>
        <pc:spChg chg="del">
          <ac:chgData name="Joshua Swanson27" userId="S::joshua.swanson27@houghton.edu::1abb5ed9-ad88-4f73-a2db-f48bfeefaaed" providerId="AD" clId="Web-{29D3C26A-E872-22EA-032B-B21D936BEA59}" dt="2026-02-20T00:21:38.983" v="79"/>
          <ac:spMkLst>
            <pc:docMk/>
            <pc:sldMk cId="0" sldId="258"/>
            <ac:spMk id="117" creationId="{00000000-0000-0000-0000-000000000000}"/>
          </ac:spMkLst>
        </pc:spChg>
        <pc:picChg chg="mod">
          <ac:chgData name="Joshua Swanson27" userId="S::joshua.swanson27@houghton.edu::1abb5ed9-ad88-4f73-a2db-f48bfeefaaed" providerId="AD" clId="Web-{29D3C26A-E872-22EA-032B-B21D936BEA59}" dt="2026-02-20T00:21:06.373" v="73" actId="1076"/>
          <ac:picMkLst>
            <pc:docMk/>
            <pc:sldMk cId="0" sldId="258"/>
            <ac:picMk id="104" creationId="{00000000-0000-0000-0000-000000000000}"/>
          </ac:picMkLst>
        </pc:picChg>
        <pc:picChg chg="mod">
          <ac:chgData name="Joshua Swanson27" userId="S::joshua.swanson27@houghton.edu::1abb5ed9-ad88-4f73-a2db-f48bfeefaaed" providerId="AD" clId="Web-{29D3C26A-E872-22EA-032B-B21D936BEA59}" dt="2026-02-20T00:20:42.826" v="61" actId="1076"/>
          <ac:picMkLst>
            <pc:docMk/>
            <pc:sldMk cId="0" sldId="258"/>
            <ac:picMk id="105" creationId="{00000000-0000-0000-0000-000000000000}"/>
          </ac:picMkLst>
        </pc:picChg>
        <pc:picChg chg="mod">
          <ac:chgData name="Joshua Swanson27" userId="S::joshua.swanson27@houghton.edu::1abb5ed9-ad88-4f73-a2db-f48bfeefaaed" providerId="AD" clId="Web-{29D3C26A-E872-22EA-032B-B21D936BEA59}" dt="2026-02-20T00:20:42.873" v="62" actId="1076"/>
          <ac:picMkLst>
            <pc:docMk/>
            <pc:sldMk cId="0" sldId="258"/>
            <ac:picMk id="106" creationId="{00000000-0000-0000-0000-000000000000}"/>
          </ac:picMkLst>
        </pc:picChg>
        <pc:picChg chg="del mod">
          <ac:chgData name="Joshua Swanson27" userId="S::joshua.swanson27@houghton.edu::1abb5ed9-ad88-4f73-a2db-f48bfeefaaed" providerId="AD" clId="Web-{29D3C26A-E872-22EA-032B-B21D936BEA59}" dt="2026-02-20T00:21:44.389" v="86"/>
          <ac:picMkLst>
            <pc:docMk/>
            <pc:sldMk cId="0" sldId="258"/>
            <ac:picMk id="120" creationId="{00000000-0000-0000-0000-000000000000}"/>
          </ac:picMkLst>
        </pc:picChg>
        <pc:picChg chg="del mod">
          <ac:chgData name="Joshua Swanson27" userId="S::joshua.swanson27@houghton.edu::1abb5ed9-ad88-4f73-a2db-f48bfeefaaed" providerId="AD" clId="Web-{29D3C26A-E872-22EA-032B-B21D936BEA59}" dt="2026-02-20T00:21:45.170" v="87"/>
          <ac:picMkLst>
            <pc:docMk/>
            <pc:sldMk cId="0" sldId="258"/>
            <ac:picMk id="121" creationId="{00000000-0000-0000-0000-000000000000}"/>
          </ac:picMkLst>
        </pc:picChg>
        <pc:picChg chg="add del mod">
          <ac:chgData name="Joshua Swanson27" userId="S::joshua.swanson27@houghton.edu::1abb5ed9-ad88-4f73-a2db-f48bfeefaaed" providerId="AD" clId="Web-{29D3C26A-E872-22EA-032B-B21D936BEA59}" dt="2026-02-20T00:23:33.531" v="101"/>
          <ac:picMkLst>
            <pc:docMk/>
            <pc:sldMk cId="0" sldId="258"/>
            <ac:picMk id="122" creationId="{00000000-0000-0000-0000-000000000000}"/>
          </ac:picMkLst>
        </pc:picChg>
      </pc:sldChg>
      <pc:sldChg chg="delSp modSp">
        <pc:chgData name="Joshua Swanson27" userId="S::joshua.swanson27@houghton.edu::1abb5ed9-ad88-4f73-a2db-f48bfeefaaed" providerId="AD" clId="Web-{29D3C26A-E872-22EA-032B-B21D936BEA59}" dt="2026-02-20T14:47:04.109" v="352" actId="1076"/>
        <pc:sldMkLst>
          <pc:docMk/>
          <pc:sldMk cId="0" sldId="260"/>
        </pc:sldMkLst>
        <pc:spChg chg="mod">
          <ac:chgData name="Joshua Swanson27" userId="S::joshua.swanson27@houghton.edu::1abb5ed9-ad88-4f73-a2db-f48bfeefaaed" providerId="AD" clId="Web-{29D3C26A-E872-22EA-032B-B21D936BEA59}" dt="2026-02-20T14:46:59.234" v="339" actId="1076"/>
          <ac:spMkLst>
            <pc:docMk/>
            <pc:sldMk cId="0" sldId="260"/>
            <ac:spMk id="155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280" v="340" actId="1076"/>
          <ac:spMkLst>
            <pc:docMk/>
            <pc:sldMk cId="0" sldId="260"/>
            <ac:spMk id="156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327" v="341" actId="1076"/>
          <ac:spMkLst>
            <pc:docMk/>
            <pc:sldMk cId="0" sldId="260"/>
            <ac:spMk id="157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359" v="342" actId="1076"/>
          <ac:spMkLst>
            <pc:docMk/>
            <pc:sldMk cId="0" sldId="260"/>
            <ac:spMk id="158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405" v="343" actId="1076"/>
          <ac:spMkLst>
            <pc:docMk/>
            <pc:sldMk cId="0" sldId="260"/>
            <ac:spMk id="159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421" v="344" actId="1076"/>
          <ac:spMkLst>
            <pc:docMk/>
            <pc:sldMk cId="0" sldId="260"/>
            <ac:spMk id="160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452" v="345" actId="1076"/>
          <ac:spMkLst>
            <pc:docMk/>
            <pc:sldMk cId="0" sldId="260"/>
            <ac:spMk id="161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484" v="346" actId="1076"/>
          <ac:spMkLst>
            <pc:docMk/>
            <pc:sldMk cId="0" sldId="260"/>
            <ac:spMk id="162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515" v="347" actId="1076"/>
          <ac:spMkLst>
            <pc:docMk/>
            <pc:sldMk cId="0" sldId="260"/>
            <ac:spMk id="163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546" v="348" actId="1076"/>
          <ac:spMkLst>
            <pc:docMk/>
            <pc:sldMk cId="0" sldId="260"/>
            <ac:spMk id="164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577" v="349" actId="1076"/>
          <ac:spMkLst>
            <pc:docMk/>
            <pc:sldMk cId="0" sldId="260"/>
            <ac:spMk id="165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609" v="350" actId="1076"/>
          <ac:spMkLst>
            <pc:docMk/>
            <pc:sldMk cId="0" sldId="260"/>
            <ac:spMk id="166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14:46:59.640" v="351" actId="1076"/>
          <ac:spMkLst>
            <pc:docMk/>
            <pc:sldMk cId="0" sldId="260"/>
            <ac:spMk id="167" creationId="{00000000-0000-0000-0000-000000000000}"/>
          </ac:spMkLst>
        </pc:spChg>
        <pc:spChg chg="del mod">
          <ac:chgData name="Joshua Swanson27" userId="S::joshua.swanson27@houghton.edu::1abb5ed9-ad88-4f73-a2db-f48bfeefaaed" providerId="AD" clId="Web-{29D3C26A-E872-22EA-032B-B21D936BEA59}" dt="2026-02-20T14:45:02.027" v="293"/>
          <ac:spMkLst>
            <pc:docMk/>
            <pc:sldMk cId="0" sldId="260"/>
            <ac:spMk id="168" creationId="{00000000-0000-0000-0000-000000000000}"/>
          </ac:spMkLst>
        </pc:spChg>
        <pc:spChg chg="del">
          <ac:chgData name="Joshua Swanson27" userId="S::joshua.swanson27@houghton.edu::1abb5ed9-ad88-4f73-a2db-f48bfeefaaed" providerId="AD" clId="Web-{29D3C26A-E872-22EA-032B-B21D936BEA59}" dt="2026-02-20T14:44:55.182" v="291"/>
          <ac:spMkLst>
            <pc:docMk/>
            <pc:sldMk cId="0" sldId="260"/>
            <ac:spMk id="169" creationId="{00000000-0000-0000-0000-000000000000}"/>
          </ac:spMkLst>
        </pc:spChg>
        <pc:picChg chg="mod">
          <ac:chgData name="Joshua Swanson27" userId="S::joshua.swanson27@houghton.edu::1abb5ed9-ad88-4f73-a2db-f48bfeefaaed" providerId="AD" clId="Web-{29D3C26A-E872-22EA-032B-B21D936BEA59}" dt="2026-02-20T14:47:04.109" v="352" actId="1076"/>
          <ac:picMkLst>
            <pc:docMk/>
            <pc:sldMk cId="0" sldId="260"/>
            <ac:picMk id="152" creationId="{00000000-0000-0000-0000-000000000000}"/>
          </ac:picMkLst>
        </pc:picChg>
        <pc:picChg chg="mod">
          <ac:chgData name="Joshua Swanson27" userId="S::joshua.swanson27@houghton.edu::1abb5ed9-ad88-4f73-a2db-f48bfeefaaed" providerId="AD" clId="Web-{29D3C26A-E872-22EA-032B-B21D936BEA59}" dt="2026-02-20T14:46:59.155" v="337" actId="1076"/>
          <ac:picMkLst>
            <pc:docMk/>
            <pc:sldMk cId="0" sldId="260"/>
            <ac:picMk id="153" creationId="{00000000-0000-0000-0000-000000000000}"/>
          </ac:picMkLst>
        </pc:picChg>
        <pc:picChg chg="mod">
          <ac:chgData name="Joshua Swanson27" userId="S::joshua.swanson27@houghton.edu::1abb5ed9-ad88-4f73-a2db-f48bfeefaaed" providerId="AD" clId="Web-{29D3C26A-E872-22EA-032B-B21D936BEA59}" dt="2026-02-20T14:46:59.202" v="338" actId="1076"/>
          <ac:picMkLst>
            <pc:docMk/>
            <pc:sldMk cId="0" sldId="260"/>
            <ac:picMk id="154" creationId="{00000000-0000-0000-0000-000000000000}"/>
          </ac:picMkLst>
        </pc:picChg>
      </pc:sldChg>
      <pc:sldChg chg="delSp modSp">
        <pc:chgData name="Joshua Swanson27" userId="S::joshua.swanson27@houghton.edu::1abb5ed9-ad88-4f73-a2db-f48bfeefaaed" providerId="AD" clId="Web-{29D3C26A-E872-22EA-032B-B21D936BEA59}" dt="2026-02-20T16:22:49.758" v="355" actId="1076"/>
        <pc:sldMkLst>
          <pc:docMk/>
          <pc:sldMk cId="0" sldId="261"/>
        </pc:sldMkLst>
        <pc:spChg chg="del mod">
          <ac:chgData name="Joshua Swanson27" userId="S::joshua.swanson27@houghton.edu::1abb5ed9-ad88-4f73-a2db-f48bfeefaaed" providerId="AD" clId="Web-{29D3C26A-E872-22EA-032B-B21D936BEA59}" dt="2026-02-20T16:22:07.491" v="354"/>
          <ac:spMkLst>
            <pc:docMk/>
            <pc:sldMk cId="0" sldId="261"/>
            <ac:spMk id="178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37:33.721" v="286" actId="20577"/>
          <ac:spMkLst>
            <pc:docMk/>
            <pc:sldMk cId="0" sldId="261"/>
            <ac:spMk id="179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37:35.815" v="288" actId="20577"/>
          <ac:spMkLst>
            <pc:docMk/>
            <pc:sldMk cId="0" sldId="261"/>
            <ac:spMk id="180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37:41.002" v="290" actId="20577"/>
          <ac:spMkLst>
            <pc:docMk/>
            <pc:sldMk cId="0" sldId="261"/>
            <ac:spMk id="182" creationId="{00000000-0000-0000-0000-00000000000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36:48.361" v="279" actId="20577"/>
          <ac:spMkLst>
            <pc:docMk/>
            <pc:sldMk cId="0" sldId="261"/>
            <ac:spMk id="186" creationId="{00000000-0000-0000-0000-000000000000}"/>
          </ac:spMkLst>
        </pc:spChg>
        <pc:picChg chg="mod">
          <ac:chgData name="Joshua Swanson27" userId="S::joshua.swanson27@houghton.edu::1abb5ed9-ad88-4f73-a2db-f48bfeefaaed" providerId="AD" clId="Web-{29D3C26A-E872-22EA-032B-B21D936BEA59}" dt="2026-02-20T16:22:49.758" v="355" actId="1076"/>
          <ac:picMkLst>
            <pc:docMk/>
            <pc:sldMk cId="0" sldId="261"/>
            <ac:picMk id="174" creationId="{00000000-0000-0000-0000-000000000000}"/>
          </ac:picMkLst>
        </pc:picChg>
      </pc:sldChg>
      <pc:sldChg chg="addSp delSp modSp mod setBg setClrOvrMap">
        <pc:chgData name="Joshua Swanson27" userId="S::joshua.swanson27@houghton.edu::1abb5ed9-ad88-4f73-a2db-f48bfeefaaed" providerId="AD" clId="Web-{29D3C26A-E872-22EA-032B-B21D936BEA59}" dt="2026-02-20T00:16:57.400" v="5"/>
        <pc:sldMkLst>
          <pc:docMk/>
          <pc:sldMk cId="4146853535" sldId="268"/>
        </pc:sldMkLst>
        <pc:spChg chg="add del">
          <ac:chgData name="Joshua Swanson27" userId="S::joshua.swanson27@houghton.edu::1abb5ed9-ad88-4f73-a2db-f48bfeefaaed" providerId="AD" clId="Web-{29D3C26A-E872-22EA-032B-B21D936BEA59}" dt="2026-02-20T00:16:57.385" v="4"/>
          <ac:spMkLst>
            <pc:docMk/>
            <pc:sldMk cId="4146853535" sldId="268"/>
            <ac:spMk id="8" creationId="{F3060C83-F051-4F0E-ABAD-AA0DFC48B218}"/>
          </ac:spMkLst>
        </pc:spChg>
        <pc:spChg chg="add del">
          <ac:chgData name="Joshua Swanson27" userId="S::joshua.swanson27@houghton.edu::1abb5ed9-ad88-4f73-a2db-f48bfeefaaed" providerId="AD" clId="Web-{29D3C26A-E872-22EA-032B-B21D936BEA59}" dt="2026-02-20T00:16:57.385" v="4"/>
          <ac:spMkLst>
            <pc:docMk/>
            <pc:sldMk cId="4146853535" sldId="268"/>
            <ac:spMk id="10" creationId="{83C98ABE-055B-441F-B07E-44F97F083C39}"/>
          </ac:spMkLst>
        </pc:spChg>
        <pc:spChg chg="add del">
          <ac:chgData name="Joshua Swanson27" userId="S::joshua.swanson27@houghton.edu::1abb5ed9-ad88-4f73-a2db-f48bfeefaaed" providerId="AD" clId="Web-{29D3C26A-E872-22EA-032B-B21D936BEA59}" dt="2026-02-20T00:16:57.385" v="4"/>
          <ac:spMkLst>
            <pc:docMk/>
            <pc:sldMk cId="4146853535" sldId="268"/>
            <ac:spMk id="12" creationId="{29FDB030-9B49-4CED-8CCD-4D99382388AC}"/>
          </ac:spMkLst>
        </pc:spChg>
        <pc:spChg chg="add del">
          <ac:chgData name="Joshua Swanson27" userId="S::joshua.swanson27@houghton.edu::1abb5ed9-ad88-4f73-a2db-f48bfeefaaed" providerId="AD" clId="Web-{29D3C26A-E872-22EA-032B-B21D936BEA59}" dt="2026-02-20T00:16:57.385" v="4"/>
          <ac:spMkLst>
            <pc:docMk/>
            <pc:sldMk cId="4146853535" sldId="268"/>
            <ac:spMk id="14" creationId="{3783CA14-24A1-485C-8B30-D6A5D87987AD}"/>
          </ac:spMkLst>
        </pc:spChg>
        <pc:spChg chg="add del">
          <ac:chgData name="Joshua Swanson27" userId="S::joshua.swanson27@houghton.edu::1abb5ed9-ad88-4f73-a2db-f48bfeefaaed" providerId="AD" clId="Web-{29D3C26A-E872-22EA-032B-B21D936BEA59}" dt="2026-02-20T00:16:57.385" v="4"/>
          <ac:spMkLst>
            <pc:docMk/>
            <pc:sldMk cId="4146853535" sldId="268"/>
            <ac:spMk id="16" creationId="{9A97C86A-04D6-40F7-AE84-31AB43E6A846}"/>
          </ac:spMkLst>
        </pc:spChg>
        <pc:spChg chg="add del">
          <ac:chgData name="Joshua Swanson27" userId="S::joshua.swanson27@houghton.edu::1abb5ed9-ad88-4f73-a2db-f48bfeefaaed" providerId="AD" clId="Web-{29D3C26A-E872-22EA-032B-B21D936BEA59}" dt="2026-02-20T00:16:57.385" v="4"/>
          <ac:spMkLst>
            <pc:docMk/>
            <pc:sldMk cId="4146853535" sldId="268"/>
            <ac:spMk id="18" creationId="{FF9F2414-84E8-453E-B1F3-389FDE8192D9}"/>
          </ac:spMkLst>
        </pc:spChg>
        <pc:spChg chg="add del">
          <ac:chgData name="Joshua Swanson27" userId="S::joshua.swanson27@houghton.edu::1abb5ed9-ad88-4f73-a2db-f48bfeefaaed" providerId="AD" clId="Web-{29D3C26A-E872-22EA-032B-B21D936BEA59}" dt="2026-02-20T00:16:57.385" v="4"/>
          <ac:spMkLst>
            <pc:docMk/>
            <pc:sldMk cId="4146853535" sldId="268"/>
            <ac:spMk id="20" creationId="{3ECA69A1-7536-43AC-85EF-C7106179F5ED}"/>
          </ac:spMkLst>
        </pc:spChg>
        <pc:spChg chg="add">
          <ac:chgData name="Joshua Swanson27" userId="S::joshua.swanson27@houghton.edu::1abb5ed9-ad88-4f73-a2db-f48bfeefaaed" providerId="AD" clId="Web-{29D3C26A-E872-22EA-032B-B21D936BEA59}" dt="2026-02-20T00:16:57.400" v="5"/>
          <ac:spMkLst>
            <pc:docMk/>
            <pc:sldMk cId="4146853535" sldId="268"/>
            <ac:spMk id="22" creationId="{AB8C311F-7253-4AED-9701-7FC0708C41C7}"/>
          </ac:spMkLst>
        </pc:spChg>
        <pc:spChg chg="add">
          <ac:chgData name="Joshua Swanson27" userId="S::joshua.swanson27@houghton.edu::1abb5ed9-ad88-4f73-a2db-f48bfeefaaed" providerId="AD" clId="Web-{29D3C26A-E872-22EA-032B-B21D936BEA59}" dt="2026-02-20T00:16:57.400" v="5"/>
          <ac:spMkLst>
            <pc:docMk/>
            <pc:sldMk cId="4146853535" sldId="268"/>
            <ac:spMk id="23" creationId="{E2384209-CB15-4CDF-9D31-C44FD9A3F20D}"/>
          </ac:spMkLst>
        </pc:spChg>
        <pc:spChg chg="add">
          <ac:chgData name="Joshua Swanson27" userId="S::joshua.swanson27@houghton.edu::1abb5ed9-ad88-4f73-a2db-f48bfeefaaed" providerId="AD" clId="Web-{29D3C26A-E872-22EA-032B-B21D936BEA59}" dt="2026-02-20T00:16:57.400" v="5"/>
          <ac:spMkLst>
            <pc:docMk/>
            <pc:sldMk cId="4146853535" sldId="268"/>
            <ac:spMk id="24" creationId="{2633B3B5-CC90-43F0-8714-D31D1F3F0209}"/>
          </ac:spMkLst>
        </pc:spChg>
        <pc:spChg chg="add">
          <ac:chgData name="Joshua Swanson27" userId="S::joshua.swanson27@houghton.edu::1abb5ed9-ad88-4f73-a2db-f48bfeefaaed" providerId="AD" clId="Web-{29D3C26A-E872-22EA-032B-B21D936BEA59}" dt="2026-02-20T00:16:57.400" v="5"/>
          <ac:spMkLst>
            <pc:docMk/>
            <pc:sldMk cId="4146853535" sldId="268"/>
            <ac:spMk id="25" creationId="{A8D57A06-A426-446D-B02C-A2DC6B62E45E}"/>
          </ac:spMkLst>
        </pc:spChg>
        <pc:picChg chg="add del mod">
          <ac:chgData name="Joshua Swanson27" userId="S::joshua.swanson27@houghton.edu::1abb5ed9-ad88-4f73-a2db-f48bfeefaaed" providerId="AD" clId="Web-{29D3C26A-E872-22EA-032B-B21D936BEA59}" dt="2026-02-20T00:16:43.728" v="1"/>
          <ac:picMkLst>
            <pc:docMk/>
            <pc:sldMk cId="4146853535" sldId="268"/>
            <ac:picMk id="2" creationId="{983CB363-BD39-7AF7-919B-7D57EDA31BD1}"/>
          </ac:picMkLst>
        </pc:picChg>
        <pc:picChg chg="add mod">
          <ac:chgData name="Joshua Swanson27" userId="S::joshua.swanson27@houghton.edu::1abb5ed9-ad88-4f73-a2db-f48bfeefaaed" providerId="AD" clId="Web-{29D3C26A-E872-22EA-032B-B21D936BEA59}" dt="2026-02-20T00:16:57.400" v="5"/>
          <ac:picMkLst>
            <pc:docMk/>
            <pc:sldMk cId="4146853535" sldId="268"/>
            <ac:picMk id="3" creationId="{71C9FFE3-9B4B-585C-2C6F-C5373BFE8109}"/>
          </ac:picMkLst>
        </pc:picChg>
      </pc:sldChg>
      <pc:sldChg chg="addSp delSp modSp add del mod replId setBg">
        <pc:chgData name="Joshua Swanson27" userId="S::joshua.swanson27@houghton.edu::1abb5ed9-ad88-4f73-a2db-f48bfeefaaed" providerId="AD" clId="Web-{29D3C26A-E872-22EA-032B-B21D936BEA59}" dt="2026-02-20T00:18:57.465" v="33"/>
        <pc:sldMkLst>
          <pc:docMk/>
          <pc:sldMk cId="2546490966" sldId="269"/>
        </pc:sldMkLst>
        <pc:spChg chg="add">
          <ac:chgData name="Joshua Swanson27" userId="S::joshua.swanson27@houghton.edu::1abb5ed9-ad88-4f73-a2db-f48bfeefaaed" providerId="AD" clId="Web-{29D3C26A-E872-22EA-032B-B21D936BEA59}" dt="2026-02-20T00:17:51.495" v="12"/>
          <ac:spMkLst>
            <pc:docMk/>
            <pc:sldMk cId="2546490966" sldId="269"/>
            <ac:spMk id="7" creationId="{AB8C311F-7253-4AED-9701-7FC0708C41C7}"/>
          </ac:spMkLst>
        </pc:spChg>
        <pc:spChg chg="add">
          <ac:chgData name="Joshua Swanson27" userId="S::joshua.swanson27@houghton.edu::1abb5ed9-ad88-4f73-a2db-f48bfeefaaed" providerId="AD" clId="Web-{29D3C26A-E872-22EA-032B-B21D936BEA59}" dt="2026-02-20T00:17:51.495" v="12"/>
          <ac:spMkLst>
            <pc:docMk/>
            <pc:sldMk cId="2546490966" sldId="269"/>
            <ac:spMk id="9" creationId="{E2384209-CB15-4CDF-9D31-C44FD9A3F20D}"/>
          </ac:spMkLst>
        </pc:spChg>
        <pc:spChg chg="add">
          <ac:chgData name="Joshua Swanson27" userId="S::joshua.swanson27@houghton.edu::1abb5ed9-ad88-4f73-a2db-f48bfeefaaed" providerId="AD" clId="Web-{29D3C26A-E872-22EA-032B-B21D936BEA59}" dt="2026-02-20T00:17:51.495" v="12"/>
          <ac:spMkLst>
            <pc:docMk/>
            <pc:sldMk cId="2546490966" sldId="269"/>
            <ac:spMk id="11" creationId="{2633B3B5-CC90-43F0-8714-D31D1F3F0209}"/>
          </ac:spMkLst>
        </pc:spChg>
        <pc:spChg chg="add">
          <ac:chgData name="Joshua Swanson27" userId="S::joshua.swanson27@houghton.edu::1abb5ed9-ad88-4f73-a2db-f48bfeefaaed" providerId="AD" clId="Web-{29D3C26A-E872-22EA-032B-B21D936BEA59}" dt="2026-02-20T00:17:51.495" v="12"/>
          <ac:spMkLst>
            <pc:docMk/>
            <pc:sldMk cId="2546490966" sldId="269"/>
            <ac:spMk id="13" creationId="{A8D57A06-A426-446D-B02C-A2DC6B62E45E}"/>
          </ac:spMkLst>
        </pc:spChg>
        <pc:spChg chg="del">
          <ac:chgData name="Joshua Swanson27" userId="S::joshua.swanson27@houghton.edu::1abb5ed9-ad88-4f73-a2db-f48bfeefaaed" providerId="AD" clId="Web-{29D3C26A-E872-22EA-032B-B21D936BEA59}" dt="2026-02-20T00:17:31.276" v="7"/>
          <ac:spMkLst>
            <pc:docMk/>
            <pc:sldMk cId="2546490966" sldId="269"/>
            <ac:spMk id="85" creationId="{284082A8-E611-7FA2-764A-344E473AA48B}"/>
          </ac:spMkLst>
        </pc:spChg>
        <pc:picChg chg="add mod modCrop">
          <ac:chgData name="Joshua Swanson27" userId="S::joshua.swanson27@houghton.edu::1abb5ed9-ad88-4f73-a2db-f48bfeefaaed" providerId="AD" clId="Web-{29D3C26A-E872-22EA-032B-B21D936BEA59}" dt="2026-02-20T00:18:46.168" v="31" actId="1076"/>
          <ac:picMkLst>
            <pc:docMk/>
            <pc:sldMk cId="2546490966" sldId="269"/>
            <ac:picMk id="2" creationId="{5E1075B0-DE8F-5A98-FFD9-9D2F53A21C13}"/>
          </ac:picMkLst>
        </pc:picChg>
        <pc:picChg chg="del">
          <ac:chgData name="Joshua Swanson27" userId="S::joshua.swanson27@houghton.edu::1abb5ed9-ad88-4f73-a2db-f48bfeefaaed" providerId="AD" clId="Web-{29D3C26A-E872-22EA-032B-B21D936BEA59}" dt="2026-02-20T00:17:47.183" v="10"/>
          <ac:picMkLst>
            <pc:docMk/>
            <pc:sldMk cId="2546490966" sldId="269"/>
            <ac:picMk id="84" creationId="{DE2D71A6-DE73-B2B0-A33F-634BFAE43282}"/>
          </ac:picMkLst>
        </pc:picChg>
      </pc:sldChg>
      <pc:sldChg chg="addSp delSp modSp add mod setBg">
        <pc:chgData name="Joshua Swanson27" userId="S::joshua.swanson27@houghton.edu::1abb5ed9-ad88-4f73-a2db-f48bfeefaaed" providerId="AD" clId="Web-{29D3C26A-E872-22EA-032B-B21D936BEA59}" dt="2026-02-20T00:19:56.356" v="48" actId="20577"/>
        <pc:sldMkLst>
          <pc:docMk/>
          <pc:sldMk cId="953643661" sldId="270"/>
        </pc:sldMkLst>
        <pc:spChg chg="mod ord">
          <ac:chgData name="Joshua Swanson27" userId="S::joshua.swanson27@houghton.edu::1abb5ed9-ad88-4f73-a2db-f48bfeefaaed" providerId="AD" clId="Web-{29D3C26A-E872-22EA-032B-B21D936BEA59}" dt="2026-02-20T00:19:56.356" v="48" actId="20577"/>
          <ac:spMkLst>
            <pc:docMk/>
            <pc:sldMk cId="953643661" sldId="270"/>
            <ac:spMk id="98" creationId="{00000000-0000-0000-0000-000000000000}"/>
          </ac:spMkLst>
        </pc:spChg>
        <pc:spChg chg="add del">
          <ac:chgData name="Joshua Swanson27" userId="S::joshua.swanson27@houghton.edu::1abb5ed9-ad88-4f73-a2db-f48bfeefaaed" providerId="AD" clId="Web-{29D3C26A-E872-22EA-032B-B21D936BEA59}" dt="2026-02-20T00:19:39.903" v="45"/>
          <ac:spMkLst>
            <pc:docMk/>
            <pc:sldMk cId="953643661" sldId="270"/>
            <ac:spMk id="103" creationId="{71B2258F-86CA-4D4D-8270-BC05FCDEBFB3}"/>
          </ac:spMkLst>
        </pc:spChg>
        <pc:picChg chg="add mod ord">
          <ac:chgData name="Joshua Swanson27" userId="S::joshua.swanson27@houghton.edu::1abb5ed9-ad88-4f73-a2db-f48bfeefaaed" providerId="AD" clId="Web-{29D3C26A-E872-22EA-032B-B21D936BEA59}" dt="2026-02-20T00:19:51.513" v="47" actId="1076"/>
          <ac:picMkLst>
            <pc:docMk/>
            <pc:sldMk cId="953643661" sldId="270"/>
            <ac:picMk id="3" creationId="{A46BBF5E-1554-1094-3E35-ADEC5DAEB6FE}"/>
          </ac:picMkLst>
        </pc:picChg>
      </pc:sldChg>
      <pc:sldChg chg="addSp delSp modSp add replId">
        <pc:chgData name="Joshua Swanson27" userId="S::joshua.swanson27@houghton.edu::1abb5ed9-ad88-4f73-a2db-f48bfeefaaed" providerId="AD" clId="Web-{29D3C26A-E872-22EA-032B-B21D936BEA59}" dt="2026-02-20T00:33:10.185" v="267"/>
        <pc:sldMkLst>
          <pc:docMk/>
          <pc:sldMk cId="258756031" sldId="271"/>
        </pc:sldMkLst>
        <pc:spChg chg="add mod">
          <ac:chgData name="Joshua Swanson27" userId="S::joshua.swanson27@houghton.edu::1abb5ed9-ad88-4f73-a2db-f48bfeefaaed" providerId="AD" clId="Web-{29D3C26A-E872-22EA-032B-B21D936BEA59}" dt="2026-02-20T00:31:32.229" v="256" actId="1076"/>
          <ac:spMkLst>
            <pc:docMk/>
            <pc:sldMk cId="258756031" sldId="271"/>
            <ac:spMk id="2" creationId="{71B91261-7FB5-A11A-48B4-9008491DB372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28:57.723" v="157" actId="20577"/>
          <ac:spMkLst>
            <pc:docMk/>
            <pc:sldMk cId="258756031" sldId="271"/>
            <ac:spMk id="107" creationId="{CBB10749-B340-1F86-DBB2-70B6BE685023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29:01.442" v="158" actId="1076"/>
          <ac:spMkLst>
            <pc:docMk/>
            <pc:sldMk cId="258756031" sldId="271"/>
            <ac:spMk id="108" creationId="{1FAABF2E-74F9-60B6-E983-1E13C90C5526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31:28.885" v="255" actId="1076"/>
          <ac:spMkLst>
            <pc:docMk/>
            <pc:sldMk cId="258756031" sldId="271"/>
            <ac:spMk id="109" creationId="{E82B255D-2BDC-6536-5111-AA4D53F39AA0}"/>
          </ac:spMkLst>
        </pc:spChg>
        <pc:spChg chg="mod">
          <ac:chgData name="Joshua Swanson27" userId="S::joshua.swanson27@houghton.edu::1abb5ed9-ad88-4f73-a2db-f48bfeefaaed" providerId="AD" clId="Web-{29D3C26A-E872-22EA-032B-B21D936BEA59}" dt="2026-02-20T00:30:48.462" v="209" actId="1076"/>
          <ac:spMkLst>
            <pc:docMk/>
            <pc:sldMk cId="258756031" sldId="271"/>
            <ac:spMk id="110" creationId="{93199530-19AE-C07D-D825-634552AC9253}"/>
          </ac:spMkLst>
        </pc:spChg>
        <pc:spChg chg="del">
          <ac:chgData name="Joshua Swanson27" userId="S::joshua.swanson27@houghton.edu::1abb5ed9-ad88-4f73-a2db-f48bfeefaaed" providerId="AD" clId="Web-{29D3C26A-E872-22EA-032B-B21D936BEA59}" dt="2026-02-20T00:33:10.185" v="267"/>
          <ac:spMkLst>
            <pc:docMk/>
            <pc:sldMk cId="258756031" sldId="271"/>
            <ac:spMk id="113" creationId="{C46C858C-C6A9-B51D-919E-6CEE63AE7AEE}"/>
          </ac:spMkLst>
        </pc:spChg>
        <pc:spChg chg="del">
          <ac:chgData name="Joshua Swanson27" userId="S::joshua.swanson27@houghton.edu::1abb5ed9-ad88-4f73-a2db-f48bfeefaaed" providerId="AD" clId="Web-{29D3C26A-E872-22EA-032B-B21D936BEA59}" dt="2026-02-20T00:33:01.856" v="259"/>
          <ac:spMkLst>
            <pc:docMk/>
            <pc:sldMk cId="258756031" sldId="271"/>
            <ac:spMk id="115" creationId="{50C9A263-B66D-16F0-B954-17408A2598D6}"/>
          </ac:spMkLst>
        </pc:spChg>
        <pc:spChg chg="del">
          <ac:chgData name="Joshua Swanson27" userId="S::joshua.swanson27@houghton.edu::1abb5ed9-ad88-4f73-a2db-f48bfeefaaed" providerId="AD" clId="Web-{29D3C26A-E872-22EA-032B-B21D936BEA59}" dt="2026-02-20T00:33:07.247" v="266"/>
          <ac:spMkLst>
            <pc:docMk/>
            <pc:sldMk cId="258756031" sldId="271"/>
            <ac:spMk id="116" creationId="{19CF579C-2151-1163-6B15-49DD07742782}"/>
          </ac:spMkLst>
        </pc:spChg>
        <pc:spChg chg="del mod">
          <ac:chgData name="Joshua Swanson27" userId="S::joshua.swanson27@houghton.edu::1abb5ed9-ad88-4f73-a2db-f48bfeefaaed" providerId="AD" clId="Web-{29D3C26A-E872-22EA-032B-B21D936BEA59}" dt="2026-02-20T00:33:06.200" v="265"/>
          <ac:spMkLst>
            <pc:docMk/>
            <pc:sldMk cId="258756031" sldId="271"/>
            <ac:spMk id="117" creationId="{18EAF9BC-480A-54FD-CD51-40FBC264747F}"/>
          </ac:spMkLst>
        </pc:spChg>
        <pc:picChg chg="mod">
          <ac:chgData name="Joshua Swanson27" userId="S::joshua.swanson27@houghton.edu::1abb5ed9-ad88-4f73-a2db-f48bfeefaaed" providerId="AD" clId="Web-{29D3C26A-E872-22EA-032B-B21D936BEA59}" dt="2026-02-20T00:28:45.691" v="142" actId="1076"/>
          <ac:picMkLst>
            <pc:docMk/>
            <pc:sldMk cId="258756031" sldId="271"/>
            <ac:picMk id="105" creationId="{831B85FF-4426-E054-3538-7FC0B7481A5A}"/>
          </ac:picMkLst>
        </pc:picChg>
        <pc:picChg chg="del">
          <ac:chgData name="Joshua Swanson27" userId="S::joshua.swanson27@houghton.edu::1abb5ed9-ad88-4f73-a2db-f48bfeefaaed" providerId="AD" clId="Web-{29D3C26A-E872-22EA-032B-B21D936BEA59}" dt="2026-02-20T00:33:02.872" v="260"/>
          <ac:picMkLst>
            <pc:docMk/>
            <pc:sldMk cId="258756031" sldId="271"/>
            <ac:picMk id="120" creationId="{0DFC627C-0173-0025-4038-7298931308EE}"/>
          </ac:picMkLst>
        </pc:picChg>
        <pc:picChg chg="del">
          <ac:chgData name="Joshua Swanson27" userId="S::joshua.swanson27@houghton.edu::1abb5ed9-ad88-4f73-a2db-f48bfeefaaed" providerId="AD" clId="Web-{29D3C26A-E872-22EA-032B-B21D936BEA59}" dt="2026-02-20T00:33:03.575" v="261"/>
          <ac:picMkLst>
            <pc:docMk/>
            <pc:sldMk cId="258756031" sldId="271"/>
            <ac:picMk id="121" creationId="{6A352C0B-8733-E562-8A0D-C1A2011561AC}"/>
          </ac:picMkLst>
        </pc:picChg>
        <pc:picChg chg="del">
          <ac:chgData name="Joshua Swanson27" userId="S::joshua.swanson27@houghton.edu::1abb5ed9-ad88-4f73-a2db-f48bfeefaaed" providerId="AD" clId="Web-{29D3C26A-E872-22EA-032B-B21D936BEA59}" dt="2026-02-20T00:33:04.138" v="262"/>
          <ac:picMkLst>
            <pc:docMk/>
            <pc:sldMk cId="258756031" sldId="271"/>
            <ac:picMk id="122" creationId="{2A9EBF9E-DEAF-6F83-5ACF-53CED129A573}"/>
          </ac:picMkLst>
        </pc:picChg>
      </pc:sldChg>
      <pc:sldChg chg="add replId">
        <pc:chgData name="Joshua Swanson27" userId="S::joshua.swanson27@houghton.edu::1abb5ed9-ad88-4f73-a2db-f48bfeefaaed" providerId="AD" clId="Web-{29D3C26A-E872-22EA-032B-B21D936BEA59}" dt="2026-02-20T00:32:56.825" v="258"/>
        <pc:sldMkLst>
          <pc:docMk/>
          <pc:sldMk cId="2453676672" sldId="272"/>
        </pc:sldMkLst>
      </pc:sldChg>
      <pc:sldChg chg="add replId">
        <pc:chgData name="Joshua Swanson27" userId="S::joshua.swanson27@houghton.edu::1abb5ed9-ad88-4f73-a2db-f48bfeefaaed" providerId="AD" clId="Web-{29D3C26A-E872-22EA-032B-B21D936BEA59}" dt="2026-02-20T00:37:25.408" v="280"/>
        <pc:sldMkLst>
          <pc:docMk/>
          <pc:sldMk cId="53629024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37B6789-8A25-8933-FA1E-0A4054BC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9458DA8-1D1F-EF6C-B600-C0EF39922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AF7B7E7-89B2-1B1A-F581-6736E7EF7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7302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8F09274-B636-53B6-DEE7-3D7058F5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11C18EC-FFE7-90FA-69BB-42E32D0D9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15B0867-733B-2E99-12CF-4F81232D9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0266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32C643E-05CA-8E49-FC53-2973E4EC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>
            <a:extLst>
              <a:ext uri="{FF2B5EF4-FFF2-40B4-BE49-F238E27FC236}">
                <a16:creationId xmlns:a16="http://schemas.microsoft.com/office/drawing/2014/main" id="{4501F92A-4012-35E0-33A2-566FF704D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>
            <a:extLst>
              <a:ext uri="{FF2B5EF4-FFF2-40B4-BE49-F238E27FC236}">
                <a16:creationId xmlns:a16="http://schemas.microsoft.com/office/drawing/2014/main" id="{D9254389-2A66-60EF-608D-AED29F36C6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7221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49445950-8EF4-6ADD-4397-B9B74B2A3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>
            <a:extLst>
              <a:ext uri="{FF2B5EF4-FFF2-40B4-BE49-F238E27FC236}">
                <a16:creationId xmlns:a16="http://schemas.microsoft.com/office/drawing/2014/main" id="{21883B2F-C98E-1404-E747-059573387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>
            <a:extLst>
              <a:ext uri="{FF2B5EF4-FFF2-40B4-BE49-F238E27FC236}">
                <a16:creationId xmlns:a16="http://schemas.microsoft.com/office/drawing/2014/main" id="{890D7AD1-E896-B1DA-247D-FF6E47D39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7106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596604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Statistics Midterm Review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A46BBF5E-1554-1094-3E35-ADEC5DAEB6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2690668" y="1461229"/>
            <a:ext cx="6810663" cy="393554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Urbanist SemiBold"/>
              </a:rPr>
              <a:t>Population vs. Sample</a:t>
            </a:r>
            <a:endParaRPr lang="en-US" sz="7200" b="1" kern="1200">
              <a:solidFill>
                <a:schemeClr val="tx1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53643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62025" y="18954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Definitions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62025" y="23622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Population: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entire group you want to know about. (Parameter)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06705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Sample: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subset of the population you actually measure. (Statistic)</a:t>
            </a:r>
            <a:endParaRPr/>
          </a:p>
        </p:txBody>
      </p:sp>
      <p:graphicFrame>
        <p:nvGraphicFramePr>
          <p:cNvPr id="96" name="Google Shape;96;p14"/>
          <p:cNvGraphicFramePr/>
          <p:nvPr/>
        </p:nvGraphicFramePr>
        <p:xfrm>
          <a:off x="962025" y="3867150"/>
          <a:ext cx="4448150" cy="1438275"/>
        </p:xfrm>
        <a:graphic>
          <a:graphicData uri="http://schemas.openxmlformats.org/drawingml/2006/table">
            <a:tbl>
              <a:tblPr firstRow="1" bandRow="1">
                <a:noFill/>
                <a:tableStyleId>{3AC6BE7C-E317-45FA-AF58-C03B2889AB83}</a:tableStyleId>
              </a:tblPr>
              <a:tblGrid>
                <a:gridCol w="103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Measure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Population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μ 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x</a:t>
                      </a:r>
                      <a:r>
                        <a:rPr lang="en-US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Std Dev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σ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</a:t>
                      </a:r>
                      <a:endParaRPr sz="16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586037"/>
            <a:ext cx="52387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Population vs. Sample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47E39F3F-6ADE-4060-F820-0807D251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57756AB8-444C-ED2F-EACE-10A48C0034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>
            <a:extLst>
              <a:ext uri="{FF2B5EF4-FFF2-40B4-BE49-F238E27FC236}">
                <a16:creationId xmlns:a16="http://schemas.microsoft.com/office/drawing/2014/main" id="{831B85FF-4426-E054-3538-7FC0B7481A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782" y="1630456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>
            <a:extLst>
              <a:ext uri="{FF2B5EF4-FFF2-40B4-BE49-F238E27FC236}">
                <a16:creationId xmlns:a16="http://schemas.microsoft.com/office/drawing/2014/main" id="{E0522B9C-5932-C699-0C19-DD112E408AF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0032" y="1630456"/>
            <a:ext cx="523875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CBB10749-B340-1F86-DBB2-70B6BE685023}"/>
              </a:ext>
            </a:extLst>
          </p:cNvPr>
          <p:cNvSpPr txBox="1"/>
          <p:nvPr/>
        </p:nvSpPr>
        <p:spPr>
          <a:xfrm>
            <a:off x="962025" y="18954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00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Fundamental And Powerful Concepts</a:t>
            </a:r>
            <a:endParaRPr lang="en-US"/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1FAABF2E-74F9-60B6-E983-1E13C90C5526}"/>
              </a:ext>
            </a:extLst>
          </p:cNvPr>
          <p:cNvSpPr txBox="1"/>
          <p:nvPr/>
        </p:nvSpPr>
        <p:spPr>
          <a:xfrm>
            <a:off x="962025" y="2451847"/>
            <a:ext cx="4457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Statistics: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Making smart decisions when info is incomplete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giving us the tools to measure and handle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uncertainty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E82B255D-2BDC-6536-5111-AA4D53F39AA0}"/>
              </a:ext>
            </a:extLst>
          </p:cNvPr>
          <p:cNvSpPr txBox="1"/>
          <p:nvPr/>
        </p:nvSpPr>
        <p:spPr>
          <a:xfrm>
            <a:off x="962025" y="3653259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Descriptive: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Using raw data to interpret reality by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collection, description, or analysis.</a:t>
            </a:r>
            <a:endParaRPr lang="en-US" sz="1500">
              <a:solidFill>
                <a:srgbClr val="CBD5E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93199530-19AE-C07D-D825-634552AC9253}"/>
              </a:ext>
            </a:extLst>
          </p:cNvPr>
          <p:cNvSpPr txBox="1"/>
          <p:nvPr/>
        </p:nvSpPr>
        <p:spPr>
          <a:xfrm>
            <a:off x="932387" y="5379262"/>
            <a:ext cx="4362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Inference: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Forming estimates/judgments about populations from random samples.</a:t>
            </a:r>
            <a:endParaRPr/>
          </a:p>
        </p:txBody>
      </p:sp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81F95218-2605-455B-80F2-EB610C468AC7}"/>
              </a:ext>
            </a:extLst>
          </p:cNvPr>
          <p:cNvSpPr txBox="1"/>
          <p:nvPr/>
        </p:nvSpPr>
        <p:spPr>
          <a:xfrm>
            <a:off x="6772275" y="1895475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Three Rules of Statistics</a:t>
            </a:r>
            <a:endParaRPr/>
          </a:p>
        </p:txBody>
      </p:sp>
      <p:sp>
        <p:nvSpPr>
          <p:cNvPr id="114" name="Google Shape;114;p15">
            <a:extLst>
              <a:ext uri="{FF2B5EF4-FFF2-40B4-BE49-F238E27FC236}">
                <a16:creationId xmlns:a16="http://schemas.microsoft.com/office/drawing/2014/main" id="{B5F173E0-13FC-02F9-62E0-D8E46DA0CFD4}"/>
              </a:ext>
            </a:extLst>
          </p:cNvPr>
          <p:cNvSpPr txBox="1"/>
          <p:nvPr/>
        </p:nvSpPr>
        <p:spPr>
          <a:xfrm>
            <a:off x="6575051" y="35511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Before calculating anything, visualize the data. Then look for:</a:t>
            </a:r>
            <a:endParaRPr/>
          </a:p>
        </p:txBody>
      </p: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3F81EBDD-7F4B-1F5A-391E-EFCDB21B4611}"/>
              </a:ext>
            </a:extLst>
          </p:cNvPr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Concepts</a:t>
            </a:r>
            <a:endParaRPr/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55B52556-0C71-A23F-F09D-4BB025295B69}"/>
              </a:ext>
            </a:extLst>
          </p:cNvPr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9;p15">
            <a:extLst>
              <a:ext uri="{FF2B5EF4-FFF2-40B4-BE49-F238E27FC236}">
                <a16:creationId xmlns:a16="http://schemas.microsoft.com/office/drawing/2014/main" id="{71B91261-7FB5-A11A-48B4-9008491DB372}"/>
              </a:ext>
            </a:extLst>
          </p:cNvPr>
          <p:cNvSpPr txBox="1"/>
          <p:nvPr/>
        </p:nvSpPr>
        <p:spPr>
          <a:xfrm>
            <a:off x="935749" y="4494086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Probability: Realm of Randomness where it always works out in the long run.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5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26F7B09B-6146-F12E-10C1-1C97E4E74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>
            <a:extLst>
              <a:ext uri="{FF2B5EF4-FFF2-40B4-BE49-F238E27FC236}">
                <a16:creationId xmlns:a16="http://schemas.microsoft.com/office/drawing/2014/main" id="{61D224AF-7D37-965F-7093-F1AF12DE18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>
            <a:extLst>
              <a:ext uri="{FF2B5EF4-FFF2-40B4-BE49-F238E27FC236}">
                <a16:creationId xmlns:a16="http://schemas.microsoft.com/office/drawing/2014/main" id="{C7E31ADB-ECCC-430F-B3D8-5AE67C8F60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782" y="1630456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>
            <a:extLst>
              <a:ext uri="{FF2B5EF4-FFF2-40B4-BE49-F238E27FC236}">
                <a16:creationId xmlns:a16="http://schemas.microsoft.com/office/drawing/2014/main" id="{C8C09DF0-D5F3-D2D9-F5BF-CDD788AD2C7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0032" y="1630456"/>
            <a:ext cx="523875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66703843-096E-23CA-E023-2A6BD2D2F5DA}"/>
              </a:ext>
            </a:extLst>
          </p:cNvPr>
          <p:cNvSpPr txBox="1"/>
          <p:nvPr/>
        </p:nvSpPr>
        <p:spPr>
          <a:xfrm>
            <a:off x="962025" y="18954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00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Fundamental And Powerful Concepts</a:t>
            </a:r>
            <a:endParaRPr lang="en-US"/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0AE48F4B-4875-70E2-6A8E-1CB3361098E8}"/>
              </a:ext>
            </a:extLst>
          </p:cNvPr>
          <p:cNvSpPr txBox="1"/>
          <p:nvPr/>
        </p:nvSpPr>
        <p:spPr>
          <a:xfrm>
            <a:off x="962025" y="2451847"/>
            <a:ext cx="4457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Statistics: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Making smart decisions when info is incomplete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giving us the tools to measure and handle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uncertainty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C2E58A48-3934-CE8A-1606-036516503FB1}"/>
              </a:ext>
            </a:extLst>
          </p:cNvPr>
          <p:cNvSpPr txBox="1"/>
          <p:nvPr/>
        </p:nvSpPr>
        <p:spPr>
          <a:xfrm>
            <a:off x="962025" y="3653259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Descriptive: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Using raw data to interpret reality by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collection, description, or analysis.</a:t>
            </a:r>
            <a:endParaRPr lang="en-US" sz="1500">
              <a:solidFill>
                <a:srgbClr val="CBD5E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883C1BA0-AD1E-DEEF-79F1-118FF1469C88}"/>
              </a:ext>
            </a:extLst>
          </p:cNvPr>
          <p:cNvSpPr txBox="1"/>
          <p:nvPr/>
        </p:nvSpPr>
        <p:spPr>
          <a:xfrm>
            <a:off x="932387" y="5379262"/>
            <a:ext cx="4362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Inference: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Forming estimates/judgments about populations from random samples.</a:t>
            </a:r>
            <a:endParaRPr/>
          </a:p>
        </p:txBody>
      </p:sp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86DAB514-13CD-A995-9AF7-5D423105439F}"/>
              </a:ext>
            </a:extLst>
          </p:cNvPr>
          <p:cNvSpPr txBox="1"/>
          <p:nvPr/>
        </p:nvSpPr>
        <p:spPr>
          <a:xfrm>
            <a:off x="6772275" y="1895475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Three Rules of Statistics</a:t>
            </a:r>
            <a:endParaRPr/>
          </a:p>
        </p:txBody>
      </p:sp>
      <p:sp>
        <p:nvSpPr>
          <p:cNvPr id="113" name="Google Shape;113;p15">
            <a:extLst>
              <a:ext uri="{FF2B5EF4-FFF2-40B4-BE49-F238E27FC236}">
                <a16:creationId xmlns:a16="http://schemas.microsoft.com/office/drawing/2014/main" id="{9E2D6222-B0AB-93B5-023E-EBA010129806}"/>
              </a:ext>
            </a:extLst>
          </p:cNvPr>
          <p:cNvSpPr txBox="1"/>
          <p:nvPr/>
        </p:nvSpPr>
        <p:spPr>
          <a:xfrm>
            <a:off x="6879852" y="2218765"/>
            <a:ext cx="44577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"Draw a picture.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Draw a picture.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Draw a picture."</a:t>
            </a:r>
            <a:endParaRPr/>
          </a:p>
        </p:txBody>
      </p:sp>
      <p:sp>
        <p:nvSpPr>
          <p:cNvPr id="114" name="Google Shape;114;p15">
            <a:extLst>
              <a:ext uri="{FF2B5EF4-FFF2-40B4-BE49-F238E27FC236}">
                <a16:creationId xmlns:a16="http://schemas.microsoft.com/office/drawing/2014/main" id="{A4F0A659-0510-5604-7AEB-48A0FFEC20BC}"/>
              </a:ext>
            </a:extLst>
          </p:cNvPr>
          <p:cNvSpPr txBox="1"/>
          <p:nvPr/>
        </p:nvSpPr>
        <p:spPr>
          <a:xfrm>
            <a:off x="6575051" y="35511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Before calculating anything, visualize the data. Then look for:</a:t>
            </a:r>
            <a:endParaRPr/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0D744F3F-8A4F-244F-AD96-CA99522ACEB6}"/>
              </a:ext>
            </a:extLst>
          </p:cNvPr>
          <p:cNvSpPr txBox="1"/>
          <p:nvPr/>
        </p:nvSpPr>
        <p:spPr>
          <a:xfrm>
            <a:off x="7058025" y="4259312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Shape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(Skew, Modality)</a:t>
            </a:r>
            <a:endParaRPr/>
          </a:p>
        </p:txBody>
      </p:sp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BF0819B5-F335-DFAF-D4FF-866D496E85FE}"/>
              </a:ext>
            </a:extLst>
          </p:cNvPr>
          <p:cNvSpPr txBox="1"/>
          <p:nvPr/>
        </p:nvSpPr>
        <p:spPr>
          <a:xfrm>
            <a:off x="7058025" y="4706987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Center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(Mean, Median)</a:t>
            </a:r>
            <a:endParaRPr/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D024AD2E-B394-3560-A681-87DBE9DF6D25}"/>
              </a:ext>
            </a:extLst>
          </p:cNvPr>
          <p:cNvSpPr txBox="1"/>
          <p:nvPr/>
        </p:nvSpPr>
        <p:spPr>
          <a:xfrm>
            <a:off x="7058025" y="5154662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Spread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(SD, Variance)</a:t>
            </a:r>
            <a:endParaRPr/>
          </a:p>
        </p:txBody>
      </p: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5E29328F-AFC6-B2E3-1455-1C5351DB9788}"/>
              </a:ext>
            </a:extLst>
          </p:cNvPr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Concepts</a:t>
            </a:r>
            <a:endParaRPr/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7C6A5F00-6FCE-F2B1-2C6C-F0B52A75E105}"/>
              </a:ext>
            </a:extLst>
          </p:cNvPr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 descr="image.png">
            <a:extLst>
              <a:ext uri="{FF2B5EF4-FFF2-40B4-BE49-F238E27FC236}">
                <a16:creationId xmlns:a16="http://schemas.microsoft.com/office/drawing/2014/main" id="{6E7EA8C2-6B05-4940-C29A-7C20B029F27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00557" y="438481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>
            <a:extLst>
              <a:ext uri="{FF2B5EF4-FFF2-40B4-BE49-F238E27FC236}">
                <a16:creationId xmlns:a16="http://schemas.microsoft.com/office/drawing/2014/main" id="{19EE09C4-91FC-4DB2-6AB7-C6D762F734D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00557" y="483249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>
            <a:extLst>
              <a:ext uri="{FF2B5EF4-FFF2-40B4-BE49-F238E27FC236}">
                <a16:creationId xmlns:a16="http://schemas.microsoft.com/office/drawing/2014/main" id="{EE999AE7-5FE3-ABDE-C874-2574DF415B4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00557" y="5280168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9;p15">
            <a:extLst>
              <a:ext uri="{FF2B5EF4-FFF2-40B4-BE49-F238E27FC236}">
                <a16:creationId xmlns:a16="http://schemas.microsoft.com/office/drawing/2014/main" id="{1E4D3462-DEE8-11CC-1243-E91F40678DB3}"/>
              </a:ext>
            </a:extLst>
          </p:cNvPr>
          <p:cNvSpPr txBox="1"/>
          <p:nvPr/>
        </p:nvSpPr>
        <p:spPr>
          <a:xfrm>
            <a:off x="935749" y="4494086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Probability: Realm of Randomness where it always works out in the long run.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7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2187"/>
            <a:ext cx="3492549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62187"/>
            <a:ext cx="3492549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62187"/>
            <a:ext cx="3492549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66775" y="2557462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4D39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Shape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3024187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Skewness: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66775" y="4929187"/>
            <a:ext cx="290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Modality: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Unimodal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vs.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Bimodal.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45074" y="2557462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Center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45074" y="3000374"/>
            <a:ext cx="2901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Mean: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Average. </a:t>
            </a:r>
            <a:r>
              <a:rPr lang="en-US" sz="1500" b="0" i="0" u="none" strike="noStrike" cap="non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Sensitive to outliers.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Moves toward the skew.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645124" y="3823925"/>
            <a:ext cx="2901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Median: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middle value. Robust against outliers.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645074" y="4738687"/>
            <a:ext cx="290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Most frequent.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23374" y="2557462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Spread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423374" y="3024187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Range: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Max - Min.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423374" y="3424237"/>
            <a:ext cx="2901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Variance: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Average squared deviation from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mean.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23374" y="412908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Standard Deviation (SD):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Square root of Variance. (Typical distance from mean).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52525" y="3328987"/>
            <a:ext cx="26162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Right Skewed (Positive): Tail points right.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152525" y="4081462"/>
            <a:ext cx="26162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Left Skewed (Negative): Tail points left.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Describing Data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3289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408146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1910" y="1836668"/>
            <a:ext cx="52387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660" y="3084443"/>
            <a:ext cx="466725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81660" y="2140833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Five Number Summary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77660" y="2112258"/>
            <a:ext cx="490061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Calculating Outliers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677660" y="2589143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"1.5 Rule":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34948" y="2628016"/>
            <a:ext cx="8572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72160" y="255179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Minimum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29285" y="2912358"/>
            <a:ext cx="14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19608" y="285244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Q1 (25th Percentile)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38810" y="3227318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02091" y="315724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Median (50th Percentile)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29285" y="3532118"/>
            <a:ext cx="14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02091" y="346204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Q3 (75th Percentile)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29285" y="3836918"/>
            <a:ext cx="142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5.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72160" y="375668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Maximum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16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3467100"/>
            <a:ext cx="445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962025" y="2362200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Theoretical </a:t>
            </a: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Probability: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lang="en-US" sz="1500">
              <a:solidFill>
                <a:srgbClr val="CBD5E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962025" y="2971800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Experimental Probability: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lang="en-US" sz="1500">
              <a:solidFill>
                <a:srgbClr val="CBD5E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962025" y="3724275"/>
            <a:ext cx="44577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962025" y="3876675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Law of Large Numbers: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lang="en-US" sz="1500">
              <a:solidFill>
                <a:srgbClr val="CBD5E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772275" y="18954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Definitions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772275" y="23622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Sample Space: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Set of ALL possible outcomes.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772275" y="26670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Event Space: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subset of outcomes we care about.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772275" y="4133850"/>
            <a:ext cx="4457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Example: Rolling </a:t>
            </a:r>
            <a:r>
              <a:rPr lang="en-US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less than a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4 on a die. Sample={1,2,3,4,5,6}, 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Event={1,2,3}. P=3/6=0.5</a:t>
            </a:r>
            <a:endParaRPr dirty="0"/>
          </a:p>
        </p:txBody>
      </p:sp>
      <p:sp>
        <p:nvSpPr>
          <p:cNvPr id="187" name="Google Shape;187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Probability Basics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F481DEFD-DA74-95B0-EC4E-5C2F8897D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>
            <a:extLst>
              <a:ext uri="{FF2B5EF4-FFF2-40B4-BE49-F238E27FC236}">
                <a16:creationId xmlns:a16="http://schemas.microsoft.com/office/drawing/2014/main" id="{52C2371F-125D-BEB1-3086-7D582F0350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>
            <a:extLst>
              <a:ext uri="{FF2B5EF4-FFF2-40B4-BE49-F238E27FC236}">
                <a16:creationId xmlns:a16="http://schemas.microsoft.com/office/drawing/2014/main" id="{46F9EC46-B8B7-DEBE-35AD-A311DE17E8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>
            <a:extLst>
              <a:ext uri="{FF2B5EF4-FFF2-40B4-BE49-F238E27FC236}">
                <a16:creationId xmlns:a16="http://schemas.microsoft.com/office/drawing/2014/main" id="{4D3126B6-C82C-3974-4B5E-C5F6C573CA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>
            <a:extLst>
              <a:ext uri="{FF2B5EF4-FFF2-40B4-BE49-F238E27FC236}">
                <a16:creationId xmlns:a16="http://schemas.microsoft.com/office/drawing/2014/main" id="{AEFEFBD3-5848-F750-9D93-564DA0B4C4C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3467100"/>
            <a:ext cx="445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E5E83474-52AD-910E-BA3A-3A09C685941D}"/>
              </a:ext>
            </a:extLst>
          </p:cNvPr>
          <p:cNvSpPr txBox="1"/>
          <p:nvPr/>
        </p:nvSpPr>
        <p:spPr>
          <a:xfrm>
            <a:off x="962025" y="18954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Concepts</a:t>
            </a:r>
            <a:endParaRPr/>
          </a:p>
        </p:txBody>
      </p:sp>
      <p:sp>
        <p:nvSpPr>
          <p:cNvPr id="179" name="Google Shape;179;p18">
            <a:extLst>
              <a:ext uri="{FF2B5EF4-FFF2-40B4-BE49-F238E27FC236}">
                <a16:creationId xmlns:a16="http://schemas.microsoft.com/office/drawing/2014/main" id="{9BC8AD34-141D-D18A-37FC-46ECFCDA1CBC}"/>
              </a:ext>
            </a:extLst>
          </p:cNvPr>
          <p:cNvSpPr txBox="1"/>
          <p:nvPr/>
        </p:nvSpPr>
        <p:spPr>
          <a:xfrm>
            <a:off x="962025" y="23622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Theoretical Probability: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What math predicts (e.g., 50% for heads).</a:t>
            </a:r>
            <a:endParaRPr/>
          </a:p>
        </p:txBody>
      </p:sp>
      <p:sp>
        <p:nvSpPr>
          <p:cNvPr id="180" name="Google Shape;180;p18">
            <a:extLst>
              <a:ext uri="{FF2B5EF4-FFF2-40B4-BE49-F238E27FC236}">
                <a16:creationId xmlns:a16="http://schemas.microsoft.com/office/drawing/2014/main" id="{5BF365CA-5D15-0D23-7BA0-943BE8D4C566}"/>
              </a:ext>
            </a:extLst>
          </p:cNvPr>
          <p:cNvSpPr txBox="1"/>
          <p:nvPr/>
        </p:nvSpPr>
        <p:spPr>
          <a:xfrm>
            <a:off x="962025" y="29718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Experimental Probability: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What actually happens in trials.</a:t>
            </a:r>
            <a:endParaRPr/>
          </a:p>
        </p:txBody>
      </p:sp>
      <p:sp>
        <p:nvSpPr>
          <p:cNvPr id="181" name="Google Shape;181;p18">
            <a:extLst>
              <a:ext uri="{FF2B5EF4-FFF2-40B4-BE49-F238E27FC236}">
                <a16:creationId xmlns:a16="http://schemas.microsoft.com/office/drawing/2014/main" id="{7606013D-5E29-0F4A-1ECD-4295D1BFB1FE}"/>
              </a:ext>
            </a:extLst>
          </p:cNvPr>
          <p:cNvSpPr/>
          <p:nvPr/>
        </p:nvSpPr>
        <p:spPr>
          <a:xfrm>
            <a:off x="962025" y="3724275"/>
            <a:ext cx="44577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>
            <a:extLst>
              <a:ext uri="{FF2B5EF4-FFF2-40B4-BE49-F238E27FC236}">
                <a16:creationId xmlns:a16="http://schemas.microsoft.com/office/drawing/2014/main" id="{D4250BBF-AA13-DFBB-3D0A-910B3DB1F686}"/>
              </a:ext>
            </a:extLst>
          </p:cNvPr>
          <p:cNvSpPr txBox="1"/>
          <p:nvPr/>
        </p:nvSpPr>
        <p:spPr>
          <a:xfrm>
            <a:off x="962025" y="387667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Law of Large Numbers: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As you increase trials, Experimental Prob approaches Theoretical Prob. "Bad luck can't beat infinity."</a:t>
            </a:r>
            <a:endParaRPr/>
          </a:p>
        </p:txBody>
      </p:sp>
      <p:sp>
        <p:nvSpPr>
          <p:cNvPr id="183" name="Google Shape;183;p18">
            <a:extLst>
              <a:ext uri="{FF2B5EF4-FFF2-40B4-BE49-F238E27FC236}">
                <a16:creationId xmlns:a16="http://schemas.microsoft.com/office/drawing/2014/main" id="{BDAC44FE-2BE2-8D13-C257-41F0762EE9F6}"/>
              </a:ext>
            </a:extLst>
          </p:cNvPr>
          <p:cNvSpPr txBox="1"/>
          <p:nvPr/>
        </p:nvSpPr>
        <p:spPr>
          <a:xfrm>
            <a:off x="6772275" y="18954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Definitions</a:t>
            </a:r>
            <a:endParaRPr/>
          </a:p>
        </p:txBody>
      </p:sp>
      <p:sp>
        <p:nvSpPr>
          <p:cNvPr id="184" name="Google Shape;184;p18">
            <a:extLst>
              <a:ext uri="{FF2B5EF4-FFF2-40B4-BE49-F238E27FC236}">
                <a16:creationId xmlns:a16="http://schemas.microsoft.com/office/drawing/2014/main" id="{8EFA6A27-8377-261B-2D97-9D2075FAA760}"/>
              </a:ext>
            </a:extLst>
          </p:cNvPr>
          <p:cNvSpPr txBox="1"/>
          <p:nvPr/>
        </p:nvSpPr>
        <p:spPr>
          <a:xfrm>
            <a:off x="6772275" y="2362200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Sample Space: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Set of ALL possible outcomes.</a:t>
            </a:r>
            <a:endParaRPr/>
          </a:p>
        </p:txBody>
      </p:sp>
      <p:sp>
        <p:nvSpPr>
          <p:cNvPr id="185" name="Google Shape;185;p18">
            <a:extLst>
              <a:ext uri="{FF2B5EF4-FFF2-40B4-BE49-F238E27FC236}">
                <a16:creationId xmlns:a16="http://schemas.microsoft.com/office/drawing/2014/main" id="{FA54C377-FBFF-9C30-D9DB-030FAFA9F49C}"/>
              </a:ext>
            </a:extLst>
          </p:cNvPr>
          <p:cNvSpPr txBox="1"/>
          <p:nvPr/>
        </p:nvSpPr>
        <p:spPr>
          <a:xfrm>
            <a:off x="6772275" y="26670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Event Space: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subset of outcomes we care about.</a:t>
            </a:r>
            <a:endParaRPr/>
          </a:p>
        </p:txBody>
      </p:sp>
      <p:sp>
        <p:nvSpPr>
          <p:cNvPr id="186" name="Google Shape;186;p18">
            <a:extLst>
              <a:ext uri="{FF2B5EF4-FFF2-40B4-BE49-F238E27FC236}">
                <a16:creationId xmlns:a16="http://schemas.microsoft.com/office/drawing/2014/main" id="{BA3D7F16-C0A3-43E8-0103-494A303EACD0}"/>
              </a:ext>
            </a:extLst>
          </p:cNvPr>
          <p:cNvSpPr txBox="1"/>
          <p:nvPr/>
        </p:nvSpPr>
        <p:spPr>
          <a:xfrm>
            <a:off x="6772275" y="4133850"/>
            <a:ext cx="44577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Example: Rolling </a:t>
            </a:r>
            <a:r>
              <a:rPr lang="en-US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less than a</a:t>
            </a: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4 on a die. Sample={1,2,3,4,5,6}, 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Event={1,2,3}. P=3/6=0.5</a:t>
            </a:r>
            <a:endParaRPr dirty="0"/>
          </a:p>
        </p:txBody>
      </p:sp>
      <p:sp>
        <p:nvSpPr>
          <p:cNvPr id="187" name="Google Shape;187;p18">
            <a:extLst>
              <a:ext uri="{FF2B5EF4-FFF2-40B4-BE49-F238E27FC236}">
                <a16:creationId xmlns:a16="http://schemas.microsoft.com/office/drawing/2014/main" id="{B505E2E7-93BC-A2CD-959F-870A4C85CCF7}"/>
              </a:ext>
            </a:extLst>
          </p:cNvPr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Probability Basics</a:t>
            </a:r>
            <a:endParaRPr/>
          </a:p>
        </p:txBody>
      </p:sp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89883A2E-DD65-D834-1DCD-9AB7481E2886}"/>
              </a:ext>
            </a:extLst>
          </p:cNvPr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62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6952"/>
            <a:ext cx="5381625" cy="2737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26952"/>
            <a:ext cx="5381625" cy="2737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089052"/>
            <a:ext cx="47910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4089052"/>
            <a:ext cx="47910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866775" y="2822227"/>
            <a:ext cx="50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AND </a:t>
            </a: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Rule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66775" y="3288952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Independent Events: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One event does NOT affect the other.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66775" y="4755802"/>
            <a:ext cx="47910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Example: Two coin flips.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534150" y="2822227"/>
            <a:ext cx="50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OR </a:t>
            </a: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Rule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534150" y="3288952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Mutually Exclusive: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Events cannot happen at the same time.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534150" y="4755802"/>
            <a:ext cx="47910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Example: Rolling a 2 OR a 5.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Probability Rules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962025" y="207645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Discrete RV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962025" y="2543175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can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COUNT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772275" y="207645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Continuous RV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772275" y="2543175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can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MEASURE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217" name="Google Shape;21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1905000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1247775" y="2847975"/>
            <a:ext cx="4172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Usually Whole Numbers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247775" y="329565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Number of heads in 3 flips.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247775" y="374332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Number of cats in a shelter.</a:t>
            </a:r>
            <a:endParaRPr/>
          </a:p>
        </p:txBody>
      </p:sp>
      <p:pic>
        <p:nvPicPr>
          <p:cNvPr id="221" name="Google Shape;22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19050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7058025" y="284797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Can take any value (decimals).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058025" y="329565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Weight of a newborn baby.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7058025" y="3743325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Exact amount of snow in Houghton.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Random Variables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28479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32956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3743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28479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2956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7433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0725"/>
            <a:ext cx="11049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Normal Distribution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9037" y="2012237"/>
            <a:ext cx="7533926" cy="376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61454" y="2784370"/>
            <a:ext cx="2064775" cy="147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962025" y="18954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Definition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962025" y="23622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Z-score tells you how many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Standard Deviations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data point is from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Mean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962025" y="3114675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It allows us to compare "apples to oranges" by standardizing different datasets onto the standard normal curve.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786562" y="4452937"/>
            <a:ext cx="4429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Subtract the 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mean, and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divide by the standard deviation.</a:t>
            </a:r>
            <a:endParaRPr/>
          </a:p>
        </p:txBody>
      </p:sp>
      <p:pic>
        <p:nvPicPr>
          <p:cNvPr id="254" name="Google Shape;25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2613" y="3310276"/>
            <a:ext cx="1222450" cy="42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Z-Scores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387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1718676"/>
            <a:ext cx="4457700" cy="123229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962025" y="18954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Concept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62025" y="2321850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Even if your population is skewed, uniform, or weird...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962025" y="2607525"/>
            <a:ext cx="4457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If you take enough large random samples,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distribution of the sample means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will be Normal.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972300" y="1895476"/>
            <a:ext cx="426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Standard Error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972300" y="2274689"/>
            <a:ext cx="40578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Standard error is a measure of how much the sample mean is expected to vary from the population mean.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Central Limit Theorem (CLT)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0">
          <a:extLst>
            <a:ext uri="{FF2B5EF4-FFF2-40B4-BE49-F238E27FC236}">
              <a16:creationId xmlns:a16="http://schemas.microsoft.com/office/drawing/2014/main" id="{CF74D9CE-4005-5F89-23E3-AB4D0C771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qr code on a blue background&#10;&#10;AI-generated content may be incorrect.">
            <a:extLst>
              <a:ext uri="{FF2B5EF4-FFF2-40B4-BE49-F238E27FC236}">
                <a16:creationId xmlns:a16="http://schemas.microsoft.com/office/drawing/2014/main" id="{71C9FFE3-9B4B-585C-2C6F-C5373BFE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53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888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1532975" y="2158452"/>
            <a:ext cx="9953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0" u="none" strike="noStrike" cap="none">
                <a:solidFill>
                  <a:schemeClr val="lt1"/>
                </a:solidFill>
              </a:rPr>
              <a:t>https://media.geeksforgeeks.org/wp-content/cdn-uploads/20220302154028/Group-13.jpg</a:t>
            </a:r>
            <a:endParaRPr sz="900">
              <a:solidFill>
                <a:schemeClr val="lt1"/>
              </a:solidFill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3045003"/>
            <a:ext cx="857252" cy="42862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1467025" y="3045000"/>
            <a:ext cx="351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</a:rPr>
              <a:t>https://www.ztable.net/wp-content/uploads/2020/11/68-95-99.7-rule-normal-distribution-2048x1024.png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AD3C6E6211AE4682373817AC56E231" ma:contentTypeVersion="4" ma:contentTypeDescription="Create a new document." ma:contentTypeScope="" ma:versionID="70ef3de4a6c7c67ec1fc900d88e3b39c">
  <xsd:schema xmlns:xsd="http://www.w3.org/2001/XMLSchema" xmlns:xs="http://www.w3.org/2001/XMLSchema" xmlns:p="http://schemas.microsoft.com/office/2006/metadata/properties" xmlns:ns3="70ed7a74-ed82-44e2-8568-80a9bce61ca4" targetNamespace="http://schemas.microsoft.com/office/2006/metadata/properties" ma:root="true" ma:fieldsID="8f7d9497320d5edecb05dd7c5d4be889" ns3:_="">
    <xsd:import namespace="70ed7a74-ed82-44e2-8568-80a9bce61ca4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d7a74-ed82-44e2-8568-80a9bce61ca4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ed7a74-ed82-44e2-8568-80a9bce61ca4" xsi:nil="true"/>
  </documentManagement>
</p:properties>
</file>

<file path=customXml/itemProps1.xml><?xml version="1.0" encoding="utf-8"?>
<ds:datastoreItem xmlns:ds="http://schemas.openxmlformats.org/officeDocument/2006/customXml" ds:itemID="{DE373513-9112-4339-AEA5-849D1F5CD0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d7a74-ed82-44e2-8568-80a9bce61c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FEA9E7-A0CC-4095-A920-B981D8129D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86D3DD-9CD4-4169-B46F-76A3C645FA85}">
  <ds:schemaRefs>
    <ds:schemaRef ds:uri="http://purl.org/dc/terms/"/>
    <ds:schemaRef ds:uri="70ed7a74-ed82-44e2-8568-80a9bce61ca4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Microsoft Office PowerPoint</Application>
  <PresentationFormat>Widescreen</PresentationFormat>
  <Paragraphs>95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Joshua Swanson27</cp:lastModifiedBy>
  <cp:revision>87</cp:revision>
  <dcterms:modified xsi:type="dcterms:W3CDTF">2026-02-20T16:22:51Z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0x0101005BAD3C6E6211AE4682373817AC56E231</vt:lpwstr>
  </property>
</Properties>
</file>